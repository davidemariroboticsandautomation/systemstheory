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73" r:id="rId12"/>
    <p:sldId id="265" r:id="rId13"/>
    <p:sldId id="274" r:id="rId14"/>
    <p:sldId id="266" r:id="rId15"/>
    <p:sldId id="268" r:id="rId16"/>
    <p:sldId id="269" r:id="rId17"/>
    <p:sldId id="270" r:id="rId18"/>
    <p:sldId id="271" r:id="rId19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1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8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65155-87AF-4A8B-9F52-F5E3165834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258F49-535F-44C9-B496-C50D8F5CBE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82F11B-7832-4CC5-B7C2-983BDA7F7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0F824-E7A3-48E1-A26E-09BAC08A9BF9}" type="datetimeFigureOut">
              <a:rPr lang="it-IT" smtClean="0"/>
              <a:t>18/10/2025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A89A3F-70BC-4803-A9BD-E6E1EAD33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200C7B-1FDA-46B5-8661-B29585C94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803D9-5124-4101-8F9C-AA3253A1B21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71020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87A58-6BBA-49C1-92C3-40B91A00C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C9F47-E858-4E55-880F-3CE920C36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72B93B-6DDD-4CBE-95B7-A92D59C4A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0F824-E7A3-48E1-A26E-09BAC08A9BF9}" type="datetimeFigureOut">
              <a:rPr lang="it-IT" smtClean="0"/>
              <a:t>18/10/2025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8EDE7C-D1BD-4014-8D44-A52A51DA3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33096D-DEB7-4C3A-83FB-405C51343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803D9-5124-4101-8F9C-AA3253A1B21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71338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C4A0-AF09-483B-A06A-C9E270ABC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5919A6-9AD6-4AF7-8BE1-E5C9311E3D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CB95F1-50C1-4D93-BC5B-654B2A70E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0F824-E7A3-48E1-A26E-09BAC08A9BF9}" type="datetimeFigureOut">
              <a:rPr lang="it-IT" smtClean="0"/>
              <a:t>18/10/2025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AFF9DD-BC07-4B5D-89E5-2135F3E0A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60271-FA01-4076-9628-711A5BD4A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803D9-5124-4101-8F9C-AA3253A1B21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6164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9C150-0071-472D-8269-969B7B6E7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98059-8437-4343-BDE4-180F711772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ADAAAB-46F5-4F7B-939D-7653D0393A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1BA2B7-79E2-4EAB-A10F-1C261D971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0F824-E7A3-48E1-A26E-09BAC08A9BF9}" type="datetimeFigureOut">
              <a:rPr lang="it-IT" smtClean="0"/>
              <a:t>18/10/2025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D1A87D-C16B-4360-85D3-8BB99C4F2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429F0B-9F0B-4813-B220-3EF2F8FF2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803D9-5124-4101-8F9C-AA3253A1B21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58227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F09CD-8B31-48A9-95CA-A363F7272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B9E6CC-D776-478E-BC3D-CA286929B3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A1AD4D-AEBD-41A5-A200-DF8E1C8EBA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C12DE5-944B-4A06-AAFB-B63E6C43E0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2B5261-8FB8-405D-B2A3-0B2543453C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3818AB-CAD5-4BA4-91F1-1A24AB42C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0F824-E7A3-48E1-A26E-09BAC08A9BF9}" type="datetimeFigureOut">
              <a:rPr lang="it-IT" smtClean="0"/>
              <a:t>18/10/2025</a:t>
            </a:fld>
            <a:endParaRPr lang="it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3E7253-B0CD-4FF6-BA6C-8DDE6D7B3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9DF00D-9BE2-46B5-B437-BC288617F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803D9-5124-4101-8F9C-AA3253A1B21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00315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C3010-51DF-4E25-8E2F-C11A17DD0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603082-5212-40B0-999B-195BC0130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0F824-E7A3-48E1-A26E-09BAC08A9BF9}" type="datetimeFigureOut">
              <a:rPr lang="it-IT" smtClean="0"/>
              <a:t>18/10/2025</a:t>
            </a:fld>
            <a:endParaRPr lang="it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B648C5-3ABF-4ABF-80CF-ED1013BA8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E2A0B3-43C9-4FE0-B4D1-08A1A1E34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803D9-5124-4101-8F9C-AA3253A1B21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68781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C1A4A3-4F58-490F-B0AA-7EA273C64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0F824-E7A3-48E1-A26E-09BAC08A9BF9}" type="datetimeFigureOut">
              <a:rPr lang="it-IT" smtClean="0"/>
              <a:t>18/10/2025</a:t>
            </a:fld>
            <a:endParaRPr lang="it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568ABB-AE55-4645-9444-77ACC34AE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50A675-EF7F-4363-8751-835334EE4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803D9-5124-4101-8F9C-AA3253A1B21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31338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86270-31BF-48E7-84D5-6BB2CA2D0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471EC-2631-4595-BD12-EAEBA01B64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96679A-F9D3-4E35-B184-73503C2899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375244-6709-4BD3-BD16-CB7104E54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0F824-E7A3-48E1-A26E-09BAC08A9BF9}" type="datetimeFigureOut">
              <a:rPr lang="it-IT" smtClean="0"/>
              <a:t>18/10/2025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390058-88D5-4B56-AF64-15EA960BB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6A8966-6692-4EB8-8A8D-0BD1AE309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803D9-5124-4101-8F9C-AA3253A1B21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87212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FA18D-6FFE-4F78-8B0C-72559FB6D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D08675-DFB0-49C0-A206-DCAB5A1C2A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6C04E4-E182-476E-A245-E735649A40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ACA670-5C21-400D-835C-05E93D9C6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0F824-E7A3-48E1-A26E-09BAC08A9BF9}" type="datetimeFigureOut">
              <a:rPr lang="it-IT" smtClean="0"/>
              <a:t>18/10/2025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C0E2DB-E248-463F-9FE8-ED0BC87B0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2CFB07-9696-43C7-A257-C4D09056B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803D9-5124-4101-8F9C-AA3253A1B21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12606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CBC1F-F4C9-4F3A-B6C7-04D248C5D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A9F676-8D07-4B40-A971-6CEF0B2540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AE0D31-8A1D-4B72-8568-F2229BB7A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0F824-E7A3-48E1-A26E-09BAC08A9BF9}" type="datetimeFigureOut">
              <a:rPr lang="it-IT" smtClean="0"/>
              <a:t>18/10/2025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B86657-3132-4AF3-A2F6-85CA7812C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DAB31-32BC-48A1-8CC1-032E7C0FB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803D9-5124-4101-8F9C-AA3253A1B21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92691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4C6974-ADD5-44A2-9A73-5DF2FCD209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CB736E-B1F3-4765-9416-0FC5A8EAB1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F701E8-B7AD-4FA9-B850-4024FB607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0F824-E7A3-48E1-A26E-09BAC08A9BF9}" type="datetimeFigureOut">
              <a:rPr lang="it-IT" smtClean="0"/>
              <a:t>18/10/2025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6C1E74-F1F3-4ACF-B8C5-871A602A8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1A5117-62EC-474F-916A-51CA9C751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803D9-5124-4101-8F9C-AA3253A1B21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59187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F4C996-4D79-4134-9411-5F990F1F8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293F6F-BD37-478C-A1D0-9F199755C2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76B8A-0177-4111-963F-AF66D57A3E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F0F824-E7A3-48E1-A26E-09BAC08A9BF9}" type="datetimeFigureOut">
              <a:rPr lang="it-IT" smtClean="0"/>
              <a:t>18/10/2025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07DC30-2B12-4D5B-A05B-B0B2065D04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006A0B-C08F-4ADF-84E1-4300B37704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8803D9-5124-4101-8F9C-AA3253A1B21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79840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7DD63FE-B73C-4639-8402-EC4AE3EAC5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0786"/>
            <a:ext cx="8040477" cy="264837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B3EEFA5-46B6-4867-95E9-EBB49595C5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675" y="2789164"/>
            <a:ext cx="6660861" cy="383961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87C2586-E11C-4F40-9E38-0F2E7D21C34F}"/>
              </a:ext>
            </a:extLst>
          </p:cNvPr>
          <p:cNvSpPr txBox="1"/>
          <p:nvPr/>
        </p:nvSpPr>
        <p:spPr>
          <a:xfrm>
            <a:off x="8732941" y="1280309"/>
            <a:ext cx="2097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Spiegazione Punto 1</a:t>
            </a:r>
          </a:p>
        </p:txBody>
      </p:sp>
    </p:spTree>
    <p:extLst>
      <p:ext uri="{BB962C8B-B14F-4D97-AF65-F5344CB8AC3E}">
        <p14:creationId xmlns:p14="http://schemas.microsoft.com/office/powerpoint/2010/main" val="620329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1529FA9-25FB-4B1B-A942-751FAA2BF1E9}"/>
              </a:ext>
            </a:extLst>
          </p:cNvPr>
          <p:cNvSpPr txBox="1"/>
          <p:nvPr/>
        </p:nvSpPr>
        <p:spPr>
          <a:xfrm>
            <a:off x="211182" y="206068"/>
            <a:ext cx="25250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Cosa siginifica  doppio modulo u(h) 2 </a:t>
            </a:r>
          </a:p>
          <a:p>
            <a:r>
              <a:rPr lang="it-IT" dirty="0"/>
              <a:t>                       2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210AFD-ABD8-4C13-896D-A0DFC25905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129397"/>
            <a:ext cx="6895700" cy="387883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D320E4E-484F-400B-9F16-F7683ECF12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3530" y="3973235"/>
            <a:ext cx="5128470" cy="288476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413430F-827A-4B1C-B4BE-48FE03E648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4352" y="349683"/>
            <a:ext cx="4826466" cy="3443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568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61E9A-E729-480C-84A9-AC7321CE3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123" y="188956"/>
            <a:ext cx="11769754" cy="918391"/>
          </a:xfrm>
        </p:spPr>
        <p:txBody>
          <a:bodyPr>
            <a:normAutofit fontScale="90000"/>
          </a:bodyPr>
          <a:lstStyle/>
          <a:p>
            <a:r>
              <a:rPr lang="it-IT" dirty="0"/>
              <a:t>Se usassi la PseudoInversa piuttosto che la Gramiana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E8F3B3F-AD05-4CD1-8E7B-485FC566BE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66" y="953831"/>
            <a:ext cx="3776523" cy="351249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D5F4E8-9AF2-4C51-BB2C-914950B92F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7496" y="963359"/>
            <a:ext cx="5587269" cy="35029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B306A77-6F08-4189-B04B-9214A92446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019" y="2710079"/>
            <a:ext cx="4078432" cy="377847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CB8DF71-74A4-4B3E-B5AB-85931A555FA7}"/>
              </a:ext>
            </a:extLst>
          </p:cNvPr>
          <p:cNvSpPr txBox="1"/>
          <p:nvPr/>
        </p:nvSpPr>
        <p:spPr>
          <a:xfrm>
            <a:off x="3878589" y="5571475"/>
            <a:ext cx="45132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	Spiegazione PseudoInversa Matematicamente</a:t>
            </a:r>
          </a:p>
        </p:txBody>
      </p:sp>
    </p:spTree>
    <p:extLst>
      <p:ext uri="{BB962C8B-B14F-4D97-AF65-F5344CB8AC3E}">
        <p14:creationId xmlns:p14="http://schemas.microsoft.com/office/powerpoint/2010/main" val="2847021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B42AD0-F095-40D8-88C8-39A23463491F}"/>
              </a:ext>
            </a:extLst>
          </p:cNvPr>
          <p:cNvSpPr txBox="1"/>
          <p:nvPr/>
        </p:nvSpPr>
        <p:spPr>
          <a:xfrm>
            <a:off x="4748169" y="134224"/>
            <a:ext cx="2088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Risoluzione Punto 1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BF6E95-2BF1-40C0-9EBE-55C3DBC9AA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3295" y="2791286"/>
            <a:ext cx="6036214" cy="40667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464CA1D-DBCB-4727-B672-50BBF21D3B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92" y="503556"/>
            <a:ext cx="5432506" cy="5189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695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969577-95A7-4D0F-9EEF-C850DF0D5AED}"/>
              </a:ext>
            </a:extLst>
          </p:cNvPr>
          <p:cNvSpPr txBox="1"/>
          <p:nvPr/>
        </p:nvSpPr>
        <p:spPr>
          <a:xfrm>
            <a:off x="4489508" y="151002"/>
            <a:ext cx="3212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Spiegazione Teorica di ogni riga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DA7AC0-2E9F-45D9-A7C3-712DF3CFE8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401" y="787398"/>
            <a:ext cx="5097891" cy="44928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03878F2-CA41-4654-803C-05CF8FF843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9077" y="2820389"/>
            <a:ext cx="5872923" cy="388660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A286A9A-2149-4043-B84C-7FEEAFF49650}"/>
              </a:ext>
            </a:extLst>
          </p:cNvPr>
          <p:cNvSpPr txBox="1"/>
          <p:nvPr/>
        </p:nvSpPr>
        <p:spPr>
          <a:xfrm>
            <a:off x="8818227" y="1040235"/>
            <a:ext cx="1324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PUNTO a)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79C76A-3B27-435A-AAA0-1B0D7E6109DC}"/>
              </a:ext>
            </a:extLst>
          </p:cNvPr>
          <p:cNvSpPr txBox="1"/>
          <p:nvPr/>
        </p:nvSpPr>
        <p:spPr>
          <a:xfrm>
            <a:off x="788565" y="5519956"/>
            <a:ext cx="44881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Punto b)Banalmente il lambda lo chiamo beta quello che compare neall formula finale prima di identificare gramiana</a:t>
            </a:r>
          </a:p>
        </p:txBody>
      </p:sp>
    </p:spTree>
    <p:extLst>
      <p:ext uri="{BB962C8B-B14F-4D97-AF65-F5344CB8AC3E}">
        <p14:creationId xmlns:p14="http://schemas.microsoft.com/office/powerpoint/2010/main" val="1959939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AA50D1-93C6-4478-9DD9-BD15DF080B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447" y="698919"/>
            <a:ext cx="6258186" cy="37834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729120A-6753-4F04-BAB5-0937C911277A}"/>
              </a:ext>
            </a:extLst>
          </p:cNvPr>
          <p:cNvSpPr txBox="1"/>
          <p:nvPr/>
        </p:nvSpPr>
        <p:spPr>
          <a:xfrm>
            <a:off x="176169" y="176169"/>
            <a:ext cx="1266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PUNTO c)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C1B2DC-3066-43C1-8FAE-08B46BEB08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9149" y="2649345"/>
            <a:ext cx="6052851" cy="37834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F1ECFEA-A896-43D4-B88D-FB8347D6EC42}"/>
              </a:ext>
            </a:extLst>
          </p:cNvPr>
          <p:cNvSpPr txBox="1"/>
          <p:nvPr/>
        </p:nvSpPr>
        <p:spPr>
          <a:xfrm>
            <a:off x="7164198" y="698919"/>
            <a:ext cx="45971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(Uso la trasposta per fare il calcolo che se no non si potrebbe fare)</a:t>
            </a:r>
          </a:p>
        </p:txBody>
      </p:sp>
    </p:spTree>
    <p:extLst>
      <p:ext uri="{BB962C8B-B14F-4D97-AF65-F5344CB8AC3E}">
        <p14:creationId xmlns:p14="http://schemas.microsoft.com/office/powerpoint/2010/main" val="37866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0A23B83-9B4E-4BB1-8995-2C84600161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0371" y="528723"/>
            <a:ext cx="7983064" cy="59634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42DA71F-88A4-4AA1-A33E-772F079FAA97}"/>
              </a:ext>
            </a:extLst>
          </p:cNvPr>
          <p:cNvSpPr txBox="1"/>
          <p:nvPr/>
        </p:nvSpPr>
        <p:spPr>
          <a:xfrm>
            <a:off x="192947" y="159391"/>
            <a:ext cx="2877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Punto d)</a:t>
            </a:r>
          </a:p>
        </p:txBody>
      </p:sp>
    </p:spTree>
    <p:extLst>
      <p:ext uri="{BB962C8B-B14F-4D97-AF65-F5344CB8AC3E}">
        <p14:creationId xmlns:p14="http://schemas.microsoft.com/office/powerpoint/2010/main" val="15175236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8812C-316C-4053-8F4F-EB0E4B77D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908" y="281236"/>
            <a:ext cx="5956184" cy="305993"/>
          </a:xfrm>
        </p:spPr>
        <p:txBody>
          <a:bodyPr>
            <a:normAutofit fontScale="90000"/>
          </a:bodyPr>
          <a:lstStyle/>
          <a:p>
            <a:r>
              <a:rPr lang="it-IT" dirty="0"/>
              <a:t>Punto 2 Spiegazione Teorica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668035-5586-4E65-A4DC-1066EE1C1A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4037" y="1163091"/>
            <a:ext cx="8383925" cy="4704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3415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4E45341-F68D-4AC0-B2FB-299E70CC75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5362" y="1378633"/>
            <a:ext cx="8421275" cy="37819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24E3E43-A93F-4201-B6E4-00DF39ED4D44}"/>
              </a:ext>
            </a:extLst>
          </p:cNvPr>
          <p:cNvSpPr txBox="1"/>
          <p:nvPr/>
        </p:nvSpPr>
        <p:spPr>
          <a:xfrm>
            <a:off x="4963486" y="352338"/>
            <a:ext cx="22650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SPIEGAZIONE CODICE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0994559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C271011-3D0A-4A43-A899-687BB29091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3440" y="1389997"/>
            <a:ext cx="8545118" cy="24673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D62E6B9-AEFB-4AB9-A3B7-FB4ED1C93B95}"/>
              </a:ext>
            </a:extLst>
          </p:cNvPr>
          <p:cNvSpPr txBox="1"/>
          <p:nvPr/>
        </p:nvSpPr>
        <p:spPr>
          <a:xfrm>
            <a:off x="4570718" y="251670"/>
            <a:ext cx="3050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Punto 3 Spiegazione Teorica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625F04-3DEE-4F08-A2E8-4043D170419C}"/>
              </a:ext>
            </a:extLst>
          </p:cNvPr>
          <p:cNvSpPr txBox="1"/>
          <p:nvPr/>
        </p:nvSpPr>
        <p:spPr>
          <a:xfrm>
            <a:off x="1015067" y="4328719"/>
            <a:ext cx="106288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Nel codice banalmente creo un vettore dove metto tutti i costi per i vari angoli in modo tale d registrarli e quindi vedere nelle varie direzioni come cambia il costo</a:t>
            </a:r>
          </a:p>
        </p:txBody>
      </p:sp>
    </p:spTree>
    <p:extLst>
      <p:ext uri="{BB962C8B-B14F-4D97-AF65-F5344CB8AC3E}">
        <p14:creationId xmlns:p14="http://schemas.microsoft.com/office/powerpoint/2010/main" val="18899397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2886B-857A-49FA-97A9-9828B5B25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1764" y="105066"/>
            <a:ext cx="8708472" cy="683499"/>
          </a:xfrm>
        </p:spPr>
        <p:txBody>
          <a:bodyPr>
            <a:normAutofit fontScale="90000"/>
          </a:bodyPr>
          <a:lstStyle/>
          <a:p>
            <a:r>
              <a:rPr lang="it-IT" dirty="0"/>
              <a:t>SPIEGAZIONE PARTI CODICE PUNTO 3</a:t>
            </a:r>
          </a:p>
        </p:txBody>
      </p:sp>
    </p:spTree>
    <p:extLst>
      <p:ext uri="{BB962C8B-B14F-4D97-AF65-F5344CB8AC3E}">
        <p14:creationId xmlns:p14="http://schemas.microsoft.com/office/powerpoint/2010/main" val="8664855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AFF84-5702-400A-AC3B-229199BCA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0357" y="256068"/>
            <a:ext cx="6871284" cy="1325563"/>
          </a:xfrm>
        </p:spPr>
        <p:txBody>
          <a:bodyPr>
            <a:normAutofit/>
          </a:bodyPr>
          <a:lstStyle/>
          <a:p>
            <a:r>
              <a:rPr lang="it-IT" dirty="0"/>
              <a:t>Punto 4 Spiegazione Teorica</a:t>
            </a:r>
            <a:br>
              <a:rPr lang="it-IT" dirty="0"/>
            </a:br>
            <a:endParaRPr lang="it-IT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14F8AE3-453A-488F-9A3F-D214C5A2F0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275" y="1581631"/>
            <a:ext cx="7725853" cy="153373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DDDC500-30B2-4FDF-A5CF-6F778F6BB6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275" y="4440933"/>
            <a:ext cx="7201905" cy="15051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CDED48D-2724-4BBA-B19D-D10F2CA1777D}"/>
              </a:ext>
            </a:extLst>
          </p:cNvPr>
          <p:cNvSpPr txBox="1"/>
          <p:nvPr/>
        </p:nvSpPr>
        <p:spPr>
          <a:xfrm>
            <a:off x="4670569" y="3419465"/>
            <a:ext cx="28508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Nell atto pratico cosa faccio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8188265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2886B-857A-49FA-97A9-9828B5B25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1764" y="105066"/>
            <a:ext cx="8708472" cy="683499"/>
          </a:xfrm>
        </p:spPr>
        <p:txBody>
          <a:bodyPr>
            <a:normAutofit fontScale="90000"/>
          </a:bodyPr>
          <a:lstStyle/>
          <a:p>
            <a:r>
              <a:rPr lang="it-IT" dirty="0"/>
              <a:t>SPIEGAZIONE PARTI CODICE PUNTO 4</a:t>
            </a:r>
          </a:p>
        </p:txBody>
      </p:sp>
    </p:spTree>
    <p:extLst>
      <p:ext uri="{BB962C8B-B14F-4D97-AF65-F5344CB8AC3E}">
        <p14:creationId xmlns:p14="http://schemas.microsoft.com/office/powerpoint/2010/main" val="8591971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CCA95-5354-4151-8C60-008F548D0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0447" y="138622"/>
            <a:ext cx="6091106" cy="1325563"/>
          </a:xfrm>
        </p:spPr>
        <p:txBody>
          <a:bodyPr/>
          <a:lstStyle/>
          <a:p>
            <a:r>
              <a:rPr lang="it-IT" dirty="0"/>
              <a:t>Interpretazione Figure 1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2C3C9DE-FFE8-4A2B-BBFB-AE56964541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2339" y="2100186"/>
            <a:ext cx="6200835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C2C5E8-F95B-490A-9271-88AD2D5779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64185"/>
            <a:ext cx="5941523" cy="14861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0A2203C-B933-453B-8164-EFACD9A6C7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611" y="4476540"/>
            <a:ext cx="5619912" cy="2242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4239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7839-04FA-4357-9D0C-E55DA10B8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2755" y="0"/>
            <a:ext cx="5646490" cy="1325563"/>
          </a:xfrm>
        </p:spPr>
        <p:txBody>
          <a:bodyPr/>
          <a:lstStyle/>
          <a:p>
            <a:r>
              <a:rPr lang="it-IT" dirty="0"/>
              <a:t>Interpretazione Figure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DE554C-E6DB-45EE-9A6F-DE13D35FE3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0678" y="1636417"/>
            <a:ext cx="7830643" cy="382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7337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9C78F-7D8A-47B4-A835-89F2156EC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8226" y="105066"/>
            <a:ext cx="5755547" cy="1325563"/>
          </a:xfrm>
        </p:spPr>
        <p:txBody>
          <a:bodyPr/>
          <a:lstStyle/>
          <a:p>
            <a:r>
              <a:rPr lang="it-IT" dirty="0"/>
              <a:t>Interpretazione Figure 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992887-82C8-4BDA-BD1A-277B69B3FD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28" y="1027906"/>
            <a:ext cx="8240275" cy="44106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12E477-5106-40C1-AA66-E37B9D5661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6865" y="5514511"/>
            <a:ext cx="7316221" cy="1238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5257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4731F-FB3F-418B-9F4A-34DC0692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0476" y="205735"/>
            <a:ext cx="5831048" cy="809334"/>
          </a:xfrm>
        </p:spPr>
        <p:txBody>
          <a:bodyPr/>
          <a:lstStyle/>
          <a:p>
            <a:r>
              <a:rPr lang="it-IT" dirty="0"/>
              <a:t>Interpretazione Figure 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CE8881-3041-47FE-97DE-7A10323EF3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046" y="1247470"/>
            <a:ext cx="9011908" cy="43630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7C9CC2-6954-4E35-8DBA-F0EE683795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0675" y="1247775"/>
            <a:ext cx="9010650" cy="436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7295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B5104-30BB-4BD8-B984-402043869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0102" y="79900"/>
            <a:ext cx="2876375" cy="641554"/>
          </a:xfrm>
        </p:spPr>
        <p:txBody>
          <a:bodyPr>
            <a:normAutofit fontScale="90000"/>
          </a:bodyPr>
          <a:lstStyle/>
          <a:p>
            <a:r>
              <a:rPr lang="it-IT" dirty="0"/>
              <a:t>Conclusioni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BEC90D1-BC94-433B-BE12-F3595E96E1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9597" y="956344"/>
            <a:ext cx="5530855" cy="567787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AF24430-519F-4909-929B-3E739071A2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8956" y="956344"/>
            <a:ext cx="6152801" cy="5677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9141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</TotalTime>
  <Words>151</Words>
  <Application>Microsoft Office PowerPoint</Application>
  <PresentationFormat>Widescreen</PresentationFormat>
  <Paragraphs>25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Se usassi la PseudoInversa piuttosto che la Gramiana</vt:lpstr>
      <vt:lpstr>PowerPoint Presentation</vt:lpstr>
      <vt:lpstr>PowerPoint Presentation</vt:lpstr>
      <vt:lpstr>PowerPoint Presentation</vt:lpstr>
      <vt:lpstr>PowerPoint Presentation</vt:lpstr>
      <vt:lpstr>Punto 2 Spiegazione Teorica</vt:lpstr>
      <vt:lpstr>PowerPoint Presentation</vt:lpstr>
      <vt:lpstr>PowerPoint Presentation</vt:lpstr>
      <vt:lpstr>SPIEGAZIONE PARTI CODICE PUNTO 3</vt:lpstr>
      <vt:lpstr>Punto 4 Spiegazione Teorica </vt:lpstr>
      <vt:lpstr>SPIEGAZIONE PARTI CODICE PUNTO 4</vt:lpstr>
      <vt:lpstr>Interpretazione Figure 1</vt:lpstr>
      <vt:lpstr>Interpretazione Figure 2</vt:lpstr>
      <vt:lpstr>Interpretazione Figure 3</vt:lpstr>
      <vt:lpstr>Interpretazione Figure 4</vt:lpstr>
      <vt:lpstr>Conclusioni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davide</dc:creator>
  <cp:lastModifiedBy>davide</cp:lastModifiedBy>
  <cp:revision>28</cp:revision>
  <dcterms:created xsi:type="dcterms:W3CDTF">2025-10-17T09:27:40Z</dcterms:created>
  <dcterms:modified xsi:type="dcterms:W3CDTF">2025-10-18T12:37:54Z</dcterms:modified>
</cp:coreProperties>
</file>