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6D5F-2426-4268-ACF7-E1A8FF23A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793BE9-7315-4E7A-8074-A5F405A31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3E558-B19F-44FC-85C1-EBFE3BA0C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FDBCB-2B91-412A-AFC6-DFAC52527335}" type="datetimeFigureOut">
              <a:rPr lang="it-IT" smtClean="0"/>
              <a:t>19/10/2025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DC8E4-C96F-4E18-88C9-0C7B0B4A6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9F648-5F7A-4ECA-8EB7-694B60D26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AB88C-4FF8-4FAB-8CC7-72119191F6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455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FE766-C169-4A34-BC54-9F40D08A7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B7E39-3FD1-4CB2-8FEE-4A3928497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7AB74-FE31-4A65-BC71-3E9ADEED3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FDBCB-2B91-412A-AFC6-DFAC52527335}" type="datetimeFigureOut">
              <a:rPr lang="it-IT" smtClean="0"/>
              <a:t>19/10/2025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468F1-A61F-4BDE-BDF7-327A95FD4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B9A83-4389-46A4-A38F-2C951006D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AB88C-4FF8-4FAB-8CC7-72119191F6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213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892DD-8C12-4944-909E-552A92865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ED70D-6E8E-4F95-BA3E-47CFDAEDD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C1A07-23D8-4CB2-850C-96FD1D690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FDBCB-2B91-412A-AFC6-DFAC52527335}" type="datetimeFigureOut">
              <a:rPr lang="it-IT" smtClean="0"/>
              <a:t>19/10/2025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8FDE4-DB5B-4253-9D8F-9A8D10C8C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3AA7F-E542-46B7-BBC8-CD4CCB0E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AB88C-4FF8-4FAB-8CC7-72119191F6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0577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CAADE-86DC-48D4-8EE2-3A3346A7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65F97-5E90-4C96-8CA1-CB987CC82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54BFB-6963-4418-B31E-ED1215419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9A522-753F-4A7B-9142-C72E09352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FDBCB-2B91-412A-AFC6-DFAC52527335}" type="datetimeFigureOut">
              <a:rPr lang="it-IT" smtClean="0"/>
              <a:t>19/10/2025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181D8-1A65-4DFE-B23F-ED04FE419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F4840-1433-4890-9164-5376A6083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AB88C-4FF8-4FAB-8CC7-72119191F6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2083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6B27D-6AB9-4220-996A-3DC68B8D7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EB3B9-4B35-405B-B11B-086165F4A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4DB0C-6CCD-4E0C-8742-88E1073B8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06C8AE-848D-4976-BDCA-553B00903F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B45BE-2689-4B80-BD65-88E4719899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6CF010-3384-43F7-A3A6-E967F273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FDBCB-2B91-412A-AFC6-DFAC52527335}" type="datetimeFigureOut">
              <a:rPr lang="it-IT" smtClean="0"/>
              <a:t>19/10/2025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D30D3A-3B05-49E2-878E-3DC857BFD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11A220-B87E-492E-A5A4-E062E08AA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AB88C-4FF8-4FAB-8CC7-72119191F6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0132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88FF-A1A8-4064-A7CF-DB89BA9B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44627D-1BDB-44F4-8EB1-E8C1D9BD7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FDBCB-2B91-412A-AFC6-DFAC52527335}" type="datetimeFigureOut">
              <a:rPr lang="it-IT" smtClean="0"/>
              <a:t>19/10/2025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27696-DE18-4078-9BAE-51BC75606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ECCAC-FBDC-48A0-B6AE-68434A3BC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AB88C-4FF8-4FAB-8CC7-72119191F6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3198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BA52F3-2DB5-4111-8E8C-BB61ED4B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FDBCB-2B91-412A-AFC6-DFAC52527335}" type="datetimeFigureOut">
              <a:rPr lang="it-IT" smtClean="0"/>
              <a:t>19/10/2025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7447E-C0F4-4988-9FB6-CFEF4833D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378E8-90B7-4B67-8CD4-42707A1F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AB88C-4FF8-4FAB-8CC7-72119191F6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9661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E98F4-FF87-45CE-86CE-6C174698A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40C18-4128-4C2D-8296-B82B5586E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45AA6-7896-4132-8194-C9B613027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C127F-52A5-423E-975D-16A7C8CE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FDBCB-2B91-412A-AFC6-DFAC52527335}" type="datetimeFigureOut">
              <a:rPr lang="it-IT" smtClean="0"/>
              <a:t>19/10/2025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1AD80-C962-404E-8906-9B9D9540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6D855-3A8A-487F-89DD-D6628200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AB88C-4FF8-4FAB-8CC7-72119191F6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0367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EC2FD-B0ED-45CB-898C-8A877F2B3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3495AA-DD74-47BC-A180-0C4F0992F6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ABE73-9EDC-44B6-B622-05AD4813D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7B4C6-9FDC-4A91-8182-987610191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FDBCB-2B91-412A-AFC6-DFAC52527335}" type="datetimeFigureOut">
              <a:rPr lang="it-IT" smtClean="0"/>
              <a:t>19/10/2025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580E3-369A-4C84-ADA5-E507F411C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689AD-1726-43FB-B15A-F79BFC96A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AB88C-4FF8-4FAB-8CC7-72119191F6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125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84BBC-21BA-4B92-A785-97EE767C8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62F29-130D-4DA5-9B94-A21ABB5BD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62F62-D0F1-4DCE-8EB1-D80E6C15B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FDBCB-2B91-412A-AFC6-DFAC52527335}" type="datetimeFigureOut">
              <a:rPr lang="it-IT" smtClean="0"/>
              <a:t>19/10/2025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66C16-BB63-4D4F-B0C6-9E622C5B2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E126A-05E9-4010-B021-A70334946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AB88C-4FF8-4FAB-8CC7-72119191F6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5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12B87D-56DF-46A0-95FC-7F18740AE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CEEBBA-219A-4196-BEF2-04DBD6F90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2C4CA-E6C8-4464-BDFB-E92782E8E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FDBCB-2B91-412A-AFC6-DFAC52527335}" type="datetimeFigureOut">
              <a:rPr lang="it-IT" smtClean="0"/>
              <a:t>19/10/2025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9CC5A-ED95-4529-9163-F6F72E31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BFAA4-27F5-4EAD-8A7D-B4DC4F5C4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AB88C-4FF8-4FAB-8CC7-72119191F6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2124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B8665F-B986-4B84-86DD-47A53375D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54F0E-FB56-4A82-BEDF-26D3C6CAB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B78B4-038D-4706-9FFD-D48A7327BC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FDBCB-2B91-412A-AFC6-DFAC52527335}" type="datetimeFigureOut">
              <a:rPr lang="it-IT" smtClean="0"/>
              <a:t>19/10/2025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205DA-5007-4C69-9D84-DC52DD273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539F0-3654-4B25-9315-268F07BF1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AB88C-4FF8-4FAB-8CC7-72119191F6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5997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0F22CC-56F9-4A76-9CA3-D5C2F7E06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673869"/>
            <a:ext cx="5611008" cy="29185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AACFE8-B510-4B97-B8A0-25B245236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997"/>
            <a:ext cx="5805996" cy="29233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9ED974-CE8B-4D1F-9FF1-58D5B78F87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365" y="3741676"/>
            <a:ext cx="6925642" cy="26673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0080A8B-CCC1-4FD4-B29A-4C49649B1E02}"/>
              </a:ext>
            </a:extLst>
          </p:cNvPr>
          <p:cNvSpPr txBox="1"/>
          <p:nvPr/>
        </p:nvSpPr>
        <p:spPr>
          <a:xfrm>
            <a:off x="5091065" y="150380"/>
            <a:ext cx="200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Spiegazione Testo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5E88127-9CD1-4796-82B7-B2C6859425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42" y="3741676"/>
            <a:ext cx="4558923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168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08A8F-B2B4-4B1A-B37E-D14E5A015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11008" cy="68113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69BC91-C359-4329-839C-024D55FB2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845" y="29423"/>
            <a:ext cx="7016155" cy="3105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C3896E-3086-4B87-AFAC-69F39A7402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731" y="3722994"/>
            <a:ext cx="5430008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07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C24FFD-DEAD-48A0-82FD-192307306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8309"/>
            <a:ext cx="6773220" cy="43440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51569C-C969-4E79-86C1-8FE536571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675" y="1592581"/>
            <a:ext cx="6087325" cy="329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667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A4A535-8866-43D9-8634-B0FF34F36D24}"/>
              </a:ext>
            </a:extLst>
          </p:cNvPr>
          <p:cNvSpPr txBox="1"/>
          <p:nvPr/>
        </p:nvSpPr>
        <p:spPr>
          <a:xfrm>
            <a:off x="7481180" y="117696"/>
            <a:ext cx="2408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COSTRUZIONE MATRICI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95CBA5-111A-464F-8C38-1599DFAF2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35" y="0"/>
            <a:ext cx="5601690" cy="38460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13129D-1B7C-44CC-B7A5-56C61322D5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7583"/>
            <a:ext cx="4906979" cy="30904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12B133-39C4-4362-9C62-9D7458297D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237" y="573971"/>
            <a:ext cx="5819986" cy="628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14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162B60-2365-43A1-9D10-2454E6ED6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71" y="552049"/>
            <a:ext cx="5591955" cy="2876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8FD40B-5130-4CE9-B6EC-C55E3A1EFF4D}"/>
              </a:ext>
            </a:extLst>
          </p:cNvPr>
          <p:cNvSpPr txBox="1"/>
          <p:nvPr/>
        </p:nvSpPr>
        <p:spPr>
          <a:xfrm>
            <a:off x="3580660" y="159798"/>
            <a:ext cx="5030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Come costruire polinomio carrateristico</a:t>
            </a:r>
          </a:p>
          <a:p>
            <a:endParaRPr lang="it-I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258A48-6C3F-4426-9AB3-CD4DFA988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771" y="618733"/>
            <a:ext cx="6268325" cy="2810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869195-21E4-4F32-BF19-F1EF6C2441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316" y="3429000"/>
            <a:ext cx="6668431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97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BB27A1-7FA8-4F0C-9027-AF0647A5E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532" y="109640"/>
            <a:ext cx="4908732" cy="66387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C347C5-EDA5-4177-B6E9-58038BAE2F92}"/>
              </a:ext>
            </a:extLst>
          </p:cNvPr>
          <p:cNvSpPr txBox="1"/>
          <p:nvPr/>
        </p:nvSpPr>
        <p:spPr>
          <a:xfrm>
            <a:off x="411798" y="109640"/>
            <a:ext cx="3249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Spiegazione teorica primo punto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0C3E53-9668-40CF-B2B7-151FB64BD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498098"/>
            <a:ext cx="5132306" cy="4119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0A1816-AD35-4854-984E-FA7C9D8586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362" y="4636724"/>
            <a:ext cx="5420833" cy="211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62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E10A56-1214-4D71-B97F-5E4AABCC2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2" y="511375"/>
            <a:ext cx="4783116" cy="4575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1D0D12-D546-4F91-B852-3788BF7FC59C}"/>
              </a:ext>
            </a:extLst>
          </p:cNvPr>
          <p:cNvSpPr txBox="1"/>
          <p:nvPr/>
        </p:nvSpPr>
        <p:spPr>
          <a:xfrm>
            <a:off x="310719" y="142043"/>
            <a:ext cx="1455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Osservatore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C7A3E0-D969-4D2A-B46B-BA96EBD47D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269" y="1295102"/>
            <a:ext cx="7335274" cy="42677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73A52D-9B02-43F5-B523-B5F8864A15EB}"/>
              </a:ext>
            </a:extLst>
          </p:cNvPr>
          <p:cNvSpPr txBox="1"/>
          <p:nvPr/>
        </p:nvSpPr>
        <p:spPr>
          <a:xfrm>
            <a:off x="7208668" y="484742"/>
            <a:ext cx="3338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SPIEGAZIONE TEORICA PUNTO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115B1D-5D80-4738-B338-E4F1BCF20603}"/>
              </a:ext>
            </a:extLst>
          </p:cNvPr>
          <p:cNvSpPr txBox="1"/>
          <p:nvPr/>
        </p:nvSpPr>
        <p:spPr>
          <a:xfrm>
            <a:off x="310719" y="5527933"/>
            <a:ext cx="10546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NOTA:SENZA DISTURBO(Cambia solamente che posso levare un elemento quello del disturbo dall equazione)(osservatore ideale)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9041F0-3E6B-404A-B75D-CBB03A7E75A9}"/>
              </a:ext>
            </a:extLst>
          </p:cNvPr>
          <p:cNvSpPr txBox="1"/>
          <p:nvPr/>
        </p:nvSpPr>
        <p:spPr>
          <a:xfrm>
            <a:off x="5939161" y="6211669"/>
            <a:ext cx="5610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NOTA PUNTO 3 BANALMENTE SIMULAZIONE SU SIMULINK E MATLAB DI QUESTO</a:t>
            </a:r>
          </a:p>
        </p:txBody>
      </p:sp>
    </p:spTree>
    <p:extLst>
      <p:ext uri="{BB962C8B-B14F-4D97-AF65-F5344CB8AC3E}">
        <p14:creationId xmlns:p14="http://schemas.microsoft.com/office/powerpoint/2010/main" val="3132279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85525-CE13-4021-A292-6BF73330791C}"/>
              </a:ext>
            </a:extLst>
          </p:cNvPr>
          <p:cNvSpPr txBox="1"/>
          <p:nvPr/>
        </p:nvSpPr>
        <p:spPr>
          <a:xfrm>
            <a:off x="3055397" y="142041"/>
            <a:ext cx="608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Spiegazione 4:Banalmente metti disturbo e confronta i risulati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9AEAB1-FFEC-4B22-A666-ED75DF0B8174}"/>
              </a:ext>
            </a:extLst>
          </p:cNvPr>
          <p:cNvSpPr txBox="1"/>
          <p:nvPr/>
        </p:nvSpPr>
        <p:spPr>
          <a:xfrm>
            <a:off x="150920" y="905522"/>
            <a:ext cx="1660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Spiegazione Punto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DB8528-3675-451A-BE6F-44ADB2027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020" y="1462295"/>
            <a:ext cx="6677957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360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B77C17-1F6B-4FAB-8F48-34CA99A73FE5}"/>
              </a:ext>
            </a:extLst>
          </p:cNvPr>
          <p:cNvSpPr txBox="1"/>
          <p:nvPr/>
        </p:nvSpPr>
        <p:spPr>
          <a:xfrm>
            <a:off x="4702206" y="266330"/>
            <a:ext cx="2787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Spiegazione Punto 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4EC22-7C80-40E2-8C1F-8B92DCC79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1200"/>
            <a:ext cx="6755907" cy="27912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E82653-9354-48B6-948B-056511DFC6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64365"/>
            <a:ext cx="6096000" cy="23434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A9C922-D827-4DF5-B345-E96EF6E105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495" y="3880539"/>
            <a:ext cx="6335009" cy="19243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F680C9-CB80-4D12-927C-6D4FC89CEEAE}"/>
              </a:ext>
            </a:extLst>
          </p:cNvPr>
          <p:cNvSpPr txBox="1"/>
          <p:nvPr/>
        </p:nvSpPr>
        <p:spPr>
          <a:xfrm>
            <a:off x="1705991" y="5893635"/>
            <a:ext cx="878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Non devi calcolare V a mano con formule complicate; puoi usare MATLAB per ottenere direttamente i numeri da mettere nello script o in Simulink.”</a:t>
            </a:r>
          </a:p>
        </p:txBody>
      </p:sp>
    </p:spTree>
    <p:extLst>
      <p:ext uri="{BB962C8B-B14F-4D97-AF65-F5344CB8AC3E}">
        <p14:creationId xmlns:p14="http://schemas.microsoft.com/office/powerpoint/2010/main" val="4229426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8DF167-77CF-4DBE-B8A1-EE318FD95051}"/>
              </a:ext>
            </a:extLst>
          </p:cNvPr>
          <p:cNvSpPr txBox="1"/>
          <p:nvPr/>
        </p:nvSpPr>
        <p:spPr>
          <a:xfrm>
            <a:off x="168676" y="168676"/>
            <a:ext cx="2965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Autovalori Immaginari Puri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31694-D97E-49C9-ADFD-3BD07E863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37" y="844173"/>
            <a:ext cx="4706007" cy="1867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EBDA7F-B93B-418C-8E52-AD67848BB8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595" y="844173"/>
            <a:ext cx="6754168" cy="16766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7A364D-BB02-46B3-A59A-AB6F75E734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76" y="3048298"/>
            <a:ext cx="6114995" cy="31151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28947A-BAC2-42C3-B50B-79F03F69CF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852" y="3629404"/>
            <a:ext cx="5763429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23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EEF8A-0ABD-4AD0-8168-A0211BDB7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998" y="51723"/>
            <a:ext cx="10515600" cy="644526"/>
          </a:xfrm>
        </p:spPr>
        <p:txBody>
          <a:bodyPr>
            <a:normAutofit fontScale="90000"/>
          </a:bodyPr>
          <a:lstStyle/>
          <a:p>
            <a:r>
              <a:rPr lang="it-IT" dirty="0"/>
              <a:t>DIIFERRENZE NEI 3 CODICI MATLAB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D9A4CC-282E-4328-88EA-5A27FC8D5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23970"/>
            <a:ext cx="4634145" cy="23953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D84F41-1ED1-41E0-8640-77CD6EEBA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444" y="723970"/>
            <a:ext cx="4012707" cy="23399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9DC357-80E7-44C8-905F-CEC971AE1F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233" y="668527"/>
            <a:ext cx="3935768" cy="23953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426295-016C-487E-AD40-C83A80A610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328" y="3429000"/>
            <a:ext cx="6611562" cy="329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46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B4EF-58D7-477A-A784-7FA080E2E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D69A2-1386-48A5-81CE-4D9C3F5CB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181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60E5-B641-4128-9361-69FD4F25C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990B0-31B7-4CE8-89CE-473A4D940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0670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0B7FB-908A-461E-9379-0BCD0108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9E2E8-F7B0-467E-9C7F-A5860A0B9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6623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23E14-65D5-4431-BAF1-558164DB7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F3FD2-C58E-4E2E-91E7-77D6ABDCE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2089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99</Words>
  <Application>Microsoft Office PowerPoint</Application>
  <PresentationFormat>Widescreen</PresentationFormat>
  <Paragraphs>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DIIFERRENZE NEI 3 CODICI MATLAB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davide</dc:creator>
  <cp:lastModifiedBy>davide</cp:lastModifiedBy>
  <cp:revision>25</cp:revision>
  <dcterms:created xsi:type="dcterms:W3CDTF">2025-10-19T09:39:01Z</dcterms:created>
  <dcterms:modified xsi:type="dcterms:W3CDTF">2025-10-19T16:59:54Z</dcterms:modified>
</cp:coreProperties>
</file>